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9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1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6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2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0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1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4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5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0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7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0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31BBE-8487-4BF4-8FAA-28854211B3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0E74-60D0-4F0D-9793-F2FF39AEA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2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JavaScript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30173"/>
            <a:ext cx="9144000" cy="1655762"/>
          </a:xfrm>
        </p:spPr>
        <p:txBody>
          <a:bodyPr/>
          <a:lstStyle/>
          <a:p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Presentation by :</a:t>
            </a:r>
            <a:r>
              <a:rPr lang="en-US" b="1" i="1" u="sng" dirty="0" err="1" smtClean="0">
                <a:solidFill>
                  <a:schemeClr val="accent1">
                    <a:lumMod val="50000"/>
                  </a:schemeClr>
                </a:solidFill>
              </a:rPr>
              <a:t>Ayma</a:t>
            </a: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i="1" u="sng" dirty="0" err="1" smtClean="0">
                <a:solidFill>
                  <a:schemeClr val="accent1">
                    <a:lumMod val="50000"/>
                  </a:schemeClr>
                </a:solidFill>
              </a:rPr>
              <a:t>shahid</a:t>
            </a:r>
            <a:endParaRPr lang="en-US" b="1" i="1" u="sng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26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609" y="1162843"/>
            <a:ext cx="10467535" cy="1325563"/>
          </a:xfrm>
        </p:spPr>
        <p:txBody>
          <a:bodyPr/>
          <a:lstStyle/>
          <a:p>
            <a:r>
              <a:rPr lang="en-US" b="1" i="1" u="sng" dirty="0" smtClean="0">
                <a:solidFill>
                  <a:schemeClr val="accent5">
                    <a:lumMod val="75000"/>
                  </a:schemeClr>
                </a:solidFill>
              </a:rPr>
              <a:t>“Introduction To </a:t>
            </a:r>
            <a:r>
              <a:rPr lang="en-US" b="1" i="1" u="sng" dirty="0" err="1" smtClean="0">
                <a:solidFill>
                  <a:schemeClr val="accent5">
                    <a:lumMod val="75000"/>
                  </a:schemeClr>
                </a:solidFill>
              </a:rPr>
              <a:t>JavaScrip</a:t>
            </a:r>
            <a:r>
              <a:rPr lang="en-US" b="1" i="1" u="sng" dirty="0" smtClean="0">
                <a:solidFill>
                  <a:schemeClr val="accent5">
                    <a:lumMod val="75000"/>
                  </a:schemeClr>
                </a:solidFill>
              </a:rPr>
              <a:t>”</a:t>
            </a:r>
            <a:endParaRPr lang="en-US" b="1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609" y="2488406"/>
            <a:ext cx="10515600" cy="4351338"/>
          </a:xfrm>
        </p:spPr>
        <p:txBody>
          <a:bodyPr/>
          <a:lstStyle/>
          <a:p>
            <a:endParaRPr lang="en-US" b="1" i="1" u="sng" dirty="0" smtClean="0"/>
          </a:p>
          <a:p>
            <a:r>
              <a:rPr lang="en-US" dirty="0" err="1" smtClean="0"/>
              <a:t>Javascript</a:t>
            </a:r>
            <a:r>
              <a:rPr lang="en-US" dirty="0" smtClean="0"/>
              <a:t> is a programming language.</a:t>
            </a:r>
          </a:p>
          <a:p>
            <a:r>
              <a:rPr lang="en-US" dirty="0" smtClean="0"/>
              <a:t>It makes websites interactive.</a:t>
            </a:r>
          </a:p>
          <a:p>
            <a:r>
              <a:rPr lang="en-US" dirty="0" smtClean="0"/>
              <a:t>It is used for web development.</a:t>
            </a:r>
          </a:p>
          <a:p>
            <a:r>
              <a:rPr lang="en-US" dirty="0" smtClean="0"/>
              <a:t>It works with HTML and CSS.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8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695" y="500062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“Alerts”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59" y="1825625"/>
            <a:ext cx="9468729" cy="4351338"/>
          </a:xfrm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Alert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(“welcoming to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javascript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!”);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 smtClean="0"/>
              <a:t>POINTS: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Displays a popup message . </a:t>
            </a:r>
          </a:p>
          <a:p>
            <a:r>
              <a:rPr lang="en-US" dirty="0" smtClean="0"/>
              <a:t>Used to show information to the user.</a:t>
            </a:r>
          </a:p>
        </p:txBody>
      </p:sp>
    </p:spTree>
    <p:extLst>
      <p:ext uri="{BB962C8B-B14F-4D97-AF65-F5344CB8AC3E}">
        <p14:creationId xmlns:p14="http://schemas.microsoft.com/office/powerpoint/2010/main" val="308567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0314" y="500062"/>
            <a:ext cx="10945837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“Variables”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05" y="1825625"/>
            <a:ext cx="10515600" cy="4351338"/>
          </a:xfrm>
        </p:spPr>
        <p:txBody>
          <a:bodyPr/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ar</a:t>
            </a:r>
            <a:r>
              <a:rPr lang="en-US" dirty="0" smtClean="0"/>
              <a:t> name =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“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Ayma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”;</a:t>
            </a:r>
          </a:p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ar</a:t>
            </a:r>
            <a:r>
              <a:rPr lang="en-US" dirty="0" smtClean="0"/>
              <a:t> age =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15;</a:t>
            </a:r>
          </a:p>
          <a:p>
            <a:endParaRPr lang="en-US" dirty="0"/>
          </a:p>
          <a:p>
            <a:r>
              <a:rPr lang="en-US" b="1" dirty="0" smtClean="0"/>
              <a:t>POINTS:</a:t>
            </a:r>
          </a:p>
          <a:p>
            <a:r>
              <a:rPr lang="en-US" dirty="0" smtClean="0"/>
              <a:t>Variables store data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String values  use quotes. </a:t>
            </a:r>
          </a:p>
          <a:p>
            <a:r>
              <a:rPr lang="en-US" dirty="0" smtClean="0"/>
              <a:t>Numbers do not use quotes.</a:t>
            </a:r>
          </a:p>
        </p:txBody>
      </p:sp>
    </p:spTree>
    <p:extLst>
      <p:ext uri="{BB962C8B-B14F-4D97-AF65-F5344CB8AC3E}">
        <p14:creationId xmlns:p14="http://schemas.microsoft.com/office/powerpoint/2010/main" val="116489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785" y="308854"/>
            <a:ext cx="9736015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“variables names (Legal And illegal)”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i="1" dirty="0" err="1" smtClean="0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US" i="1" dirty="0" smtClean="0"/>
              <a:t> username =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i="1" dirty="0" err="1" smtClean="0">
                <a:solidFill>
                  <a:schemeClr val="accent6">
                    <a:lumMod val="75000"/>
                  </a:schemeClr>
                </a:solidFill>
              </a:rPr>
              <a:t>yma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”; </a:t>
            </a:r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// legal</a:t>
            </a:r>
          </a:p>
          <a:p>
            <a:r>
              <a:rPr lang="en-US" i="1" dirty="0" err="1" smtClean="0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US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firstname</a:t>
            </a:r>
            <a:r>
              <a:rPr lang="en-US" i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en-US" i="1" dirty="0" err="1" smtClean="0">
                <a:solidFill>
                  <a:schemeClr val="accent6">
                    <a:lumMod val="75000"/>
                  </a:schemeClr>
                </a:solidFill>
              </a:rPr>
              <a:t>Ayma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”;</a:t>
            </a:r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//legal</a:t>
            </a:r>
          </a:p>
          <a:p>
            <a:endParaRPr lang="en-US" i="1" dirty="0" smtClean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i="1" u="sng" dirty="0" smtClean="0">
                <a:solidFill>
                  <a:schemeClr val="bg2">
                    <a:lumMod val="25000"/>
                  </a:schemeClr>
                </a:solidFill>
              </a:rPr>
              <a:t>//illegal example :</a:t>
            </a:r>
            <a:endParaRPr lang="en-US" i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// </a:t>
            </a:r>
            <a:r>
              <a:rPr lang="en-US" i="1" dirty="0" err="1" smtClean="0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 1name = “</a:t>
            </a:r>
            <a:r>
              <a:rPr lang="en-US" i="1" dirty="0" err="1" smtClean="0">
                <a:solidFill>
                  <a:schemeClr val="accent6">
                    <a:lumMod val="75000"/>
                  </a:schemeClr>
                </a:solidFill>
              </a:rPr>
              <a:t>Ayma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”;</a:t>
            </a:r>
          </a:p>
          <a:p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 //</a:t>
            </a:r>
            <a:r>
              <a:rPr lang="en-US" i="1" dirty="0" err="1" smtClean="0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US" i="1" dirty="0" smtClean="0">
                <a:solidFill>
                  <a:schemeClr val="bg2">
                    <a:lumMod val="25000"/>
                  </a:schemeClr>
                </a:solidFill>
              </a:rPr>
              <a:t> user name =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en-US" i="1" dirty="0" err="1" smtClean="0">
                <a:solidFill>
                  <a:schemeClr val="accent6">
                    <a:lumMod val="75000"/>
                  </a:schemeClr>
                </a:solidFill>
              </a:rPr>
              <a:t>Ayma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 “;</a:t>
            </a:r>
          </a:p>
          <a:p>
            <a:endParaRPr lang="en-US" i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b="1" i="1" dirty="0" smtClean="0">
                <a:solidFill>
                  <a:schemeClr val="bg2">
                    <a:lumMod val="10000"/>
                  </a:schemeClr>
                </a:solidFill>
              </a:rPr>
              <a:t>POINTS: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Variables names cannot start with a number.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Variables names cannot contain spaces.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Use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camelcase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for variables names.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92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“Math Expression (familiar operators)”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result = 2 + 2; // Addition</a:t>
            </a: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result = 12 -24; // subtraction </a:t>
            </a: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result = 3 * 12; // multiplication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result = 9 % 3; // modulus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POINTS: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+ addition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- subtraction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* multiplication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% give the reminder</a:t>
            </a:r>
          </a:p>
        </p:txBody>
      </p:sp>
    </p:spTree>
    <p:extLst>
      <p:ext uri="{BB962C8B-B14F-4D97-AF65-F5344CB8AC3E}">
        <p14:creationId xmlns:p14="http://schemas.microsoft.com/office/powerpoint/2010/main" val="68794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0321" y="378377"/>
            <a:ext cx="10982739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“Math Expressions Unfamiliar Operators</a:t>
            </a:r>
            <a:r>
              <a:rPr lang="en-US" u="sng" dirty="0" smtClean="0">
                <a:solidFill>
                  <a:schemeClr val="accent5">
                    <a:lumMod val="75000"/>
                  </a:schemeClr>
                </a:solidFill>
              </a:rPr>
              <a:t>”</a:t>
            </a:r>
            <a:endParaRPr lang="en-US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930" y="1703940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num</a:t>
            </a:r>
            <a:r>
              <a:rPr lang="en-US" dirty="0" smtClean="0"/>
              <a:t> = 5; </a:t>
            </a:r>
          </a:p>
          <a:p>
            <a:r>
              <a:rPr lang="en-US" dirty="0" err="1"/>
              <a:t>n</a:t>
            </a:r>
            <a:r>
              <a:rPr lang="en-US" dirty="0" err="1" smtClean="0"/>
              <a:t>um</a:t>
            </a:r>
            <a:r>
              <a:rPr lang="en-US" dirty="0" smtClean="0"/>
              <a:t>++;</a:t>
            </a:r>
          </a:p>
          <a:p>
            <a:r>
              <a:rPr lang="en-US" dirty="0" err="1"/>
              <a:t>n</a:t>
            </a:r>
            <a:r>
              <a:rPr lang="en-US" dirty="0" err="1" smtClean="0"/>
              <a:t>um</a:t>
            </a:r>
            <a:r>
              <a:rPr lang="en-US" dirty="0" smtClean="0"/>
              <a:t>--;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a = 1;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b = ++a;</a:t>
            </a:r>
          </a:p>
          <a:p>
            <a:endParaRPr lang="en-US" dirty="0"/>
          </a:p>
          <a:p>
            <a:r>
              <a:rPr lang="en-US" b="1" dirty="0" smtClean="0"/>
              <a:t>POINTS:</a:t>
            </a:r>
          </a:p>
          <a:p>
            <a:r>
              <a:rPr lang="en-US" dirty="0" smtClean="0"/>
              <a:t>++increase by 1</a:t>
            </a:r>
          </a:p>
          <a:p>
            <a:r>
              <a:rPr lang="en-US" dirty="0" smtClean="0"/>
              <a:t>--Decrease by 1</a:t>
            </a:r>
          </a:p>
          <a:p>
            <a:r>
              <a:rPr lang="en-US" dirty="0" smtClean="0"/>
              <a:t>Prefix and postfix behave differently</a:t>
            </a:r>
          </a:p>
          <a:p>
            <a:endParaRPr lang="en-US" dirty="0" smtClean="0"/>
          </a:p>
          <a:p>
            <a:endParaRPr lang="en-US" b="1" dirty="0"/>
          </a:p>
          <a:p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496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“Math Expressions Eliminating Ambiguity”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total = 1 + (3 * 4);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result = (2 * 4) * (4 +2);</a:t>
            </a:r>
          </a:p>
          <a:p>
            <a:endParaRPr lang="en-US" dirty="0"/>
          </a:p>
          <a:p>
            <a:r>
              <a:rPr lang="en-US" b="1" dirty="0" smtClean="0"/>
              <a:t>POINTS:</a:t>
            </a:r>
          </a:p>
          <a:p>
            <a:r>
              <a:rPr lang="en-US" dirty="0" smtClean="0"/>
              <a:t>Use parentheses()</a:t>
            </a:r>
          </a:p>
          <a:p>
            <a:r>
              <a:rPr lang="en-US" dirty="0" smtClean="0"/>
              <a:t>Multiplication has higher priority.</a:t>
            </a:r>
          </a:p>
          <a:p>
            <a:r>
              <a:rPr lang="en-US" dirty="0" smtClean="0"/>
              <a:t>Parentheses make calculation clear.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170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“</a:t>
            </a:r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Concatenating Text strings”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name = “</a:t>
            </a:r>
            <a:r>
              <a:rPr lang="en-US" dirty="0" err="1" smtClean="0"/>
              <a:t>Ayma</a:t>
            </a:r>
            <a:r>
              <a:rPr lang="en-US" dirty="0" smtClean="0"/>
              <a:t>”; </a:t>
            </a:r>
          </a:p>
          <a:p>
            <a:r>
              <a:rPr lang="en-US" dirty="0" smtClean="0"/>
              <a:t>Alert(“Hello” + name);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msg</a:t>
            </a:r>
            <a:r>
              <a:rPr lang="en-US" dirty="0" smtClean="0"/>
              <a:t> = “Welcoming”; </a:t>
            </a:r>
          </a:p>
          <a:p>
            <a:r>
              <a:rPr lang="en-US" dirty="0" smtClean="0"/>
              <a:t>Alert(</a:t>
            </a:r>
            <a:r>
              <a:rPr lang="en-US" dirty="0" err="1" smtClean="0"/>
              <a:t>msg</a:t>
            </a:r>
            <a:r>
              <a:rPr lang="en-US" dirty="0" smtClean="0"/>
              <a:t> + name);</a:t>
            </a:r>
          </a:p>
          <a:p>
            <a:endParaRPr lang="en-US" dirty="0"/>
          </a:p>
          <a:p>
            <a:r>
              <a:rPr lang="en-US" b="1" dirty="0" smtClean="0"/>
              <a:t>POINTS:</a:t>
            </a:r>
          </a:p>
          <a:p>
            <a:r>
              <a:rPr lang="en-US" dirty="0" smtClean="0"/>
              <a:t>+ joins text </a:t>
            </a:r>
            <a:endParaRPr lang="en-US" b="1" dirty="0" smtClean="0"/>
          </a:p>
          <a:p>
            <a:r>
              <a:rPr lang="en-US" dirty="0" smtClean="0"/>
              <a:t>Strings and variables can be combined </a:t>
            </a:r>
          </a:p>
          <a:p>
            <a:r>
              <a:rPr lang="en-US" dirty="0" smtClean="0"/>
              <a:t>This is called concatenation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309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5762" y="0"/>
            <a:ext cx="10689633" cy="1802296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“</a:t>
            </a:r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prompts</a:t>
            </a:r>
            <a:r>
              <a:rPr lang="en-US" u="sng" dirty="0" smtClean="0">
                <a:solidFill>
                  <a:schemeClr val="accent5">
                    <a:lumMod val="75000"/>
                  </a:schemeClr>
                </a:solidFill>
              </a:rPr>
              <a:t>”</a:t>
            </a:r>
            <a:endParaRPr lang="en-US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026" y="1709531"/>
            <a:ext cx="10515600" cy="4643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CONTENT:</a:t>
            </a:r>
            <a:endParaRPr lang="en-US" b="1" dirty="0"/>
          </a:p>
          <a:p>
            <a:pPr marL="0" indent="0">
              <a:buNone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/>
              <a:t> username = prompt(“Enter your name”);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Alert </a:t>
            </a:r>
            <a:r>
              <a:rPr lang="en-US" dirty="0" smtClean="0"/>
              <a:t>(“welcoming “ + username)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POINTS:</a:t>
            </a:r>
          </a:p>
          <a:p>
            <a:pPr marL="0" indent="0">
              <a:buNone/>
            </a:pPr>
            <a:r>
              <a:rPr lang="en-US" dirty="0" smtClean="0"/>
              <a:t>Prompts() asks the user for input.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The user input is stored in a variables.</a:t>
            </a:r>
          </a:p>
          <a:p>
            <a:pPr marL="0" indent="0">
              <a:buNone/>
            </a:pPr>
            <a:r>
              <a:rPr lang="en-US" dirty="0" smtClean="0"/>
              <a:t>Prompts always returns a string value.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84836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974" y="166342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“If statement”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CONTENT:</a:t>
            </a:r>
            <a:endParaRPr lang="en-US" dirty="0" smtClean="0"/>
          </a:p>
          <a:p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Var</a:t>
            </a:r>
            <a:r>
              <a:rPr lang="en-US" dirty="0" smtClean="0"/>
              <a:t> age = 15;</a:t>
            </a:r>
          </a:p>
          <a:p>
            <a:r>
              <a:rPr lang="en-US" dirty="0" smtClean="0"/>
              <a:t>If (age &gt;= 15) {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alert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(“you are eligible”);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}</a:t>
            </a:r>
          </a:p>
          <a:p>
            <a:endParaRPr lang="en-US" dirty="0" smtClean="0"/>
          </a:p>
          <a:p>
            <a:r>
              <a:rPr lang="en-US" b="1" dirty="0" smtClean="0"/>
              <a:t>POINTS:</a:t>
            </a:r>
            <a:endParaRPr lang="en-US" dirty="0"/>
          </a:p>
          <a:p>
            <a:r>
              <a:rPr lang="en-US" dirty="0" smtClean="0"/>
              <a:t>If condition check a condition</a:t>
            </a:r>
            <a:r>
              <a:rPr lang="en-US" b="1" dirty="0" smtClean="0"/>
              <a:t>.</a:t>
            </a:r>
            <a:endParaRPr lang="en-US" dirty="0"/>
          </a:p>
          <a:p>
            <a:r>
              <a:rPr lang="en-US" dirty="0" smtClean="0"/>
              <a:t>The code runs inly if the condition.</a:t>
            </a:r>
          </a:p>
          <a:p>
            <a:r>
              <a:rPr lang="en-US" dirty="0" smtClean="0"/>
              <a:t>Curly {} contain the code block.</a:t>
            </a:r>
          </a:p>
        </p:txBody>
      </p:sp>
    </p:spTree>
    <p:extLst>
      <p:ext uri="{BB962C8B-B14F-4D97-AF65-F5344CB8AC3E}">
        <p14:creationId xmlns:p14="http://schemas.microsoft.com/office/powerpoint/2010/main" val="428388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2044" y="312117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“Comparison Operators”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10</a:t>
            </a:r>
            <a:r>
              <a:rPr lang="en-US" dirty="0" smtClean="0"/>
              <a:t> == </a:t>
            </a:r>
            <a:r>
              <a:rPr lang="en-US" dirty="0" smtClean="0">
                <a:solidFill>
                  <a:srgbClr val="7030A0"/>
                </a:solidFill>
              </a:rPr>
              <a:t>10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10</a:t>
            </a:r>
            <a:r>
              <a:rPr lang="en-US" dirty="0" smtClean="0"/>
              <a:t>!= </a:t>
            </a:r>
            <a:r>
              <a:rPr lang="en-US" dirty="0" smtClean="0">
                <a:solidFill>
                  <a:srgbClr val="7030A0"/>
                </a:solidFill>
              </a:rPr>
              <a:t>5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10 </a:t>
            </a:r>
            <a:r>
              <a:rPr lang="en-US" dirty="0" smtClean="0"/>
              <a:t>&gt; </a:t>
            </a:r>
            <a:r>
              <a:rPr lang="en-US" dirty="0" smtClean="0">
                <a:solidFill>
                  <a:srgbClr val="7030A0"/>
                </a:solidFill>
              </a:rPr>
              <a:t>5 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5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&lt;</a:t>
            </a:r>
            <a:r>
              <a:rPr lang="en-US" dirty="0" smtClean="0">
                <a:solidFill>
                  <a:srgbClr val="7030A0"/>
                </a:solidFill>
              </a:rPr>
              <a:t> 10 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10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&gt;=</a:t>
            </a:r>
            <a:r>
              <a:rPr lang="en-US" dirty="0" smtClean="0">
                <a:solidFill>
                  <a:srgbClr val="7030A0"/>
                </a:solidFill>
              </a:rPr>
              <a:t> 10 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5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&lt;= </a:t>
            </a:r>
            <a:r>
              <a:rPr lang="en-US" dirty="0" smtClean="0">
                <a:solidFill>
                  <a:srgbClr val="7030A0"/>
                </a:solidFill>
              </a:rPr>
              <a:t>10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POINTS: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==Equal to.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!= not equal to.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&gt; greater than or equal to.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&lt;= less than or equal to.</a:t>
            </a:r>
          </a:p>
          <a:p>
            <a:endParaRPr lang="en-US" b="1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64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096" y="365125"/>
            <a:ext cx="9723782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“If…Else And Else If Statements”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799120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 smtClean="0"/>
              <a:t>CONTENT:</a:t>
            </a:r>
            <a:endParaRPr lang="en-US" b="1" dirty="0"/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marks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7030A0"/>
                </a:solidFill>
              </a:rPr>
              <a:t>75;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If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marks</a:t>
            </a:r>
            <a:r>
              <a:rPr lang="en-US" dirty="0" smtClean="0"/>
              <a:t> &gt;= </a:t>
            </a:r>
            <a:r>
              <a:rPr lang="en-US" dirty="0" smtClean="0">
                <a:solidFill>
                  <a:srgbClr val="7030A0"/>
                </a:solidFill>
              </a:rPr>
              <a:t>80</a:t>
            </a:r>
            <a:r>
              <a:rPr lang="en-US" dirty="0" smtClean="0"/>
              <a:t>) {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alert</a:t>
            </a:r>
            <a:r>
              <a:rPr lang="en-US" dirty="0" smtClean="0"/>
              <a:t>(“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A Grade</a:t>
            </a:r>
            <a:r>
              <a:rPr lang="en-US" dirty="0" smtClean="0"/>
              <a:t>”);</a:t>
            </a:r>
          </a:p>
          <a:p>
            <a:pPr marL="0" indent="0">
              <a:buNone/>
            </a:pPr>
            <a:r>
              <a:rPr lang="en-US" dirty="0" smtClean="0"/>
              <a:t>                    }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Else if </a:t>
            </a:r>
            <a:r>
              <a:rPr lang="en-US" dirty="0" smtClean="0"/>
              <a:t>(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marks</a:t>
            </a:r>
            <a:r>
              <a:rPr lang="en-US" dirty="0" smtClean="0"/>
              <a:t> &gt;=</a:t>
            </a:r>
            <a:r>
              <a:rPr lang="en-US" dirty="0" smtClean="0">
                <a:solidFill>
                  <a:srgbClr val="7030A0"/>
                </a:solidFill>
              </a:rPr>
              <a:t>60</a:t>
            </a:r>
            <a:r>
              <a:rPr lang="en-US" dirty="0" smtClean="0"/>
              <a:t>) 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alert</a:t>
            </a:r>
            <a:r>
              <a:rPr lang="en-US" dirty="0" smtClean="0"/>
              <a:t>(“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B Grade</a:t>
            </a:r>
            <a:r>
              <a:rPr lang="en-US" dirty="0" smtClean="0"/>
              <a:t>”);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Else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  alert</a:t>
            </a:r>
            <a:r>
              <a:rPr lang="en-US" dirty="0" smtClean="0"/>
              <a:t>(“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fail</a:t>
            </a:r>
            <a:r>
              <a:rPr lang="en-US" dirty="0" smtClean="0"/>
              <a:t>”);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POINTS:</a:t>
            </a:r>
          </a:p>
          <a:p>
            <a:pPr marL="0" indent="0">
              <a:buNone/>
            </a:pPr>
            <a:r>
              <a:rPr lang="en-US" dirty="0" smtClean="0"/>
              <a:t>If checks the first condition.</a:t>
            </a:r>
          </a:p>
          <a:p>
            <a:pPr marL="0" indent="0">
              <a:buNone/>
            </a:pPr>
            <a:r>
              <a:rPr lang="en-US" dirty="0" smtClean="0"/>
              <a:t>else if checks another condition.</a:t>
            </a:r>
          </a:p>
          <a:p>
            <a:pPr marL="0" indent="0">
              <a:buNone/>
            </a:pPr>
            <a:r>
              <a:rPr lang="en-US" dirty="0" smtClean="0"/>
              <a:t>else runs when all condition are false. </a:t>
            </a:r>
          </a:p>
        </p:txBody>
      </p:sp>
    </p:spTree>
    <p:extLst>
      <p:ext uri="{BB962C8B-B14F-4D97-AF65-F5344CB8AC3E}">
        <p14:creationId xmlns:p14="http://schemas.microsoft.com/office/powerpoint/2010/main" val="183921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9704" y="365125"/>
            <a:ext cx="8584096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“Testing Sets Of Condition”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Content:</a:t>
            </a:r>
          </a:p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v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ar</a:t>
            </a:r>
            <a:r>
              <a:rPr lang="en-US" b="1" dirty="0" smtClean="0"/>
              <a:t> 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age</a:t>
            </a:r>
            <a:r>
              <a:rPr lang="en-US" dirty="0"/>
              <a:t> = </a:t>
            </a:r>
            <a:r>
              <a:rPr lang="en-US" dirty="0">
                <a:solidFill>
                  <a:srgbClr val="C00000"/>
                </a:solidFill>
              </a:rPr>
              <a:t>20</a:t>
            </a:r>
            <a:r>
              <a:rPr lang="en-US" dirty="0"/>
              <a:t>;</a:t>
            </a: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citizen</a:t>
            </a:r>
            <a:r>
              <a:rPr lang="en-US" dirty="0"/>
              <a:t> =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/>
              <a:t>;</a:t>
            </a:r>
          </a:p>
          <a:p>
            <a:r>
              <a:rPr lang="en-US" dirty="0"/>
              <a:t> if (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age</a:t>
            </a:r>
            <a:r>
              <a:rPr lang="en-US" dirty="0"/>
              <a:t> &gt;= </a:t>
            </a:r>
            <a:r>
              <a:rPr lang="en-US" dirty="0">
                <a:solidFill>
                  <a:srgbClr val="C00000"/>
                </a:solidFill>
              </a:rPr>
              <a:t>18</a:t>
            </a:r>
            <a:r>
              <a:rPr lang="en-US" dirty="0"/>
              <a:t> &amp;&amp; </a:t>
            </a:r>
            <a:r>
              <a:rPr lang="en-US" dirty="0">
                <a:solidFill>
                  <a:srgbClr val="7030A0"/>
                </a:solidFill>
              </a:rPr>
              <a:t>citizen</a:t>
            </a:r>
            <a:r>
              <a:rPr lang="en-US" dirty="0"/>
              <a:t>) {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alert</a:t>
            </a:r>
            <a:r>
              <a:rPr lang="en-US" dirty="0"/>
              <a:t>(“Eligible”);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If (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age</a:t>
            </a:r>
            <a:r>
              <a:rPr lang="en-US" dirty="0"/>
              <a:t> &lt; </a:t>
            </a:r>
            <a:r>
              <a:rPr lang="en-US" dirty="0">
                <a:solidFill>
                  <a:srgbClr val="C00000"/>
                </a:solidFill>
              </a:rPr>
              <a:t>18</a:t>
            </a:r>
            <a:r>
              <a:rPr lang="en-US" dirty="0"/>
              <a:t>|| </a:t>
            </a:r>
            <a:r>
              <a:rPr lang="en-US" dirty="0">
                <a:solidFill>
                  <a:srgbClr val="7030A0"/>
                </a:solidFill>
              </a:rPr>
              <a:t>citizen</a:t>
            </a:r>
            <a:r>
              <a:rPr lang="en-US" dirty="0"/>
              <a:t>) {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alert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en-US" dirty="0"/>
              <a:t>“Condition </a:t>
            </a:r>
            <a:r>
              <a:rPr lang="en-US" dirty="0" smtClean="0"/>
              <a:t>matched);</a:t>
            </a:r>
          </a:p>
          <a:p>
            <a:r>
              <a:rPr lang="en-US" dirty="0"/>
              <a:t> </a:t>
            </a:r>
            <a:r>
              <a:rPr lang="en-US" dirty="0" smtClean="0"/>
              <a:t>      }</a:t>
            </a:r>
          </a:p>
          <a:p>
            <a:endParaRPr lang="en-US" dirty="0"/>
          </a:p>
          <a:p>
            <a:r>
              <a:rPr lang="en-US" b="1" dirty="0" smtClean="0"/>
              <a:t>POINTS:</a:t>
            </a:r>
          </a:p>
          <a:p>
            <a:r>
              <a:rPr lang="en-US" dirty="0" smtClean="0"/>
              <a:t>&amp;&amp; means logical AND.</a:t>
            </a:r>
          </a:p>
          <a:p>
            <a:r>
              <a:rPr lang="en-US" dirty="0" smtClean="0"/>
              <a:t>|| means logical QR.</a:t>
            </a:r>
          </a:p>
          <a:p>
            <a:r>
              <a:rPr lang="en-US" dirty="0" smtClean="0"/>
              <a:t>Multiple conditions can be tested together.</a:t>
            </a:r>
          </a:p>
          <a:p>
            <a:r>
              <a:rPr lang="en-US" dirty="0" smtClean="0"/>
              <a:t>Condition help make better decisions in program.</a:t>
            </a:r>
          </a:p>
        </p:txBody>
      </p:sp>
    </p:spTree>
    <p:extLst>
      <p:ext uri="{BB962C8B-B14F-4D97-AF65-F5344CB8AC3E}">
        <p14:creationId xmlns:p14="http://schemas.microsoft.com/office/powerpoint/2010/main" val="37841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654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JavaScript</vt:lpstr>
      <vt:lpstr>“Introduction To JavaScrip”</vt:lpstr>
      <vt:lpstr>“Alerts”</vt:lpstr>
      <vt:lpstr>“Variables”</vt:lpstr>
      <vt:lpstr>“variables names (Legal And illegal)”</vt:lpstr>
      <vt:lpstr>“Math Expression (familiar operators)”</vt:lpstr>
      <vt:lpstr>“Math Expressions Unfamiliar Operators”</vt:lpstr>
      <vt:lpstr>“Math Expressions Eliminating Ambiguity”</vt:lpstr>
      <vt:lpstr>“Concatenating Text strings”</vt:lpstr>
      <vt:lpstr>“prompts”</vt:lpstr>
      <vt:lpstr>“If statement”</vt:lpstr>
      <vt:lpstr>“Comparison Operators”</vt:lpstr>
      <vt:lpstr>“If…Else And Else If Statements”</vt:lpstr>
      <vt:lpstr>“Testing Sets Of Condition”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hamnashahid029@gmail.com</dc:creator>
  <cp:lastModifiedBy>hamnashahid029@gmail.com</cp:lastModifiedBy>
  <cp:revision>32</cp:revision>
  <dcterms:created xsi:type="dcterms:W3CDTF">2026-06-26T10:05:04Z</dcterms:created>
  <dcterms:modified xsi:type="dcterms:W3CDTF">2026-07-07T13:00:50Z</dcterms:modified>
</cp:coreProperties>
</file>